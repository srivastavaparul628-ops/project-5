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7" r:id="rId3"/>
    <p:sldId id="262" r:id="rId4"/>
    <p:sldId id="261" r:id="rId5"/>
    <p:sldId id="264" r:id="rId6"/>
    <p:sldId id="263" r:id="rId7"/>
    <p:sldId id="265" r:id="rId8"/>
    <p:sldId id="266" r:id="rId9"/>
    <p:sldId id="260" r:id="rId10"/>
    <p:sldId id="267" r:id="rId11"/>
    <p:sldId id="268" r:id="rId12"/>
    <p:sldId id="270" r:id="rId13"/>
    <p:sldId id="269" r:id="rId14"/>
    <p:sldId id="278" r:id="rId15"/>
    <p:sldId id="258" r:id="rId16"/>
    <p:sldId id="259" r:id="rId17"/>
    <p:sldId id="256" r:id="rId18"/>
    <p:sldId id="274" r:id="rId19"/>
    <p:sldId id="271" r:id="rId20"/>
    <p:sldId id="272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6855908-8534-49D6-9A2B-EC45FDB53B86}">
          <p14:sldIdLst>
            <p14:sldId id="276"/>
            <p14:sldId id="257"/>
          </p14:sldIdLst>
        </p14:section>
        <p14:section name="Task 1: Customer Overview" id="{2A6D4493-1718-434D-8D14-B692D519C78D}">
          <p14:sldIdLst>
            <p14:sldId id="262"/>
            <p14:sldId id="261"/>
            <p14:sldId id="264"/>
          </p14:sldIdLst>
        </p14:section>
        <p14:section name="Task 2: User Engagement" id="{BB551810-EA80-4FCC-B59C-E038AD135159}">
          <p14:sldIdLst>
            <p14:sldId id="263"/>
            <p14:sldId id="265"/>
            <p14:sldId id="266"/>
          </p14:sldIdLst>
        </p14:section>
        <p14:section name="Task 3: Experience Analysis" id="{FDC2CD31-E28C-4E57-8707-D783EEE3EC86}">
          <p14:sldIdLst>
            <p14:sldId id="260"/>
            <p14:sldId id="267"/>
            <p14:sldId id="268"/>
          </p14:sldIdLst>
        </p14:section>
        <p14:section name="Task 4: Satisfaction Analysis" id="{470DA37D-4C83-4B61-BD94-BFF79EC59574}">
          <p14:sldIdLst>
            <p14:sldId id="270"/>
            <p14:sldId id="269"/>
            <p14:sldId id="278"/>
          </p14:sldIdLst>
        </p14:section>
        <p14:section name="Advanced Analysis" id="{F3F31A26-470D-443F-838E-1F9625EFE678}">
          <p14:sldIdLst>
            <p14:sldId id="258"/>
            <p14:sldId id="259"/>
          </p14:sldIdLst>
        </p14:section>
        <p14:section name="Final Insights" id="{482A28F1-7A00-4409-BD64-0AB3B6503531}">
          <p14:sldIdLst>
            <p14:sldId id="256"/>
          </p14:sldIdLst>
        </p14:section>
        <p14:section name="Business Decision" id="{DBFFD576-5C9F-487F-B154-5C5F4FB4A3BE}">
          <p14:sldIdLst>
            <p14:sldId id="274"/>
            <p14:sldId id="271"/>
          </p14:sldIdLst>
        </p14:section>
        <p14:section name="Limitations, Conclusion &amp; Dashbaord" id="{E618481E-AF38-4172-A8D1-FE1B77229629}">
          <p14:sldIdLst>
            <p14:sldId id="272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5F5AA4-D8D9-48F1-B332-163794DEE224}" v="45" dt="2026-04-10T19:59:56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ul srivastava" userId="a56b37f0866fee59" providerId="LiveId" clId="{6472C41C-EB63-487D-B01B-3B67E05C2277}"/>
    <pc:docChg chg="undo custSel addSld delSld modSld sldOrd addSection delSection modSection">
      <pc:chgData name="parul srivastava" userId="a56b37f0866fee59" providerId="LiveId" clId="{6472C41C-EB63-487D-B01B-3B67E05C2277}" dt="2026-04-10T20:00:50.337" v="1372" actId="1076"/>
      <pc:docMkLst>
        <pc:docMk/>
      </pc:docMkLst>
      <pc:sldChg chg="addSp delSp modSp mod ord">
        <pc:chgData name="parul srivastava" userId="a56b37f0866fee59" providerId="LiveId" clId="{6472C41C-EB63-487D-B01B-3B67E05C2277}" dt="2026-04-10T19:24:29.212" v="1155" actId="207"/>
        <pc:sldMkLst>
          <pc:docMk/>
          <pc:sldMk cId="2167056413" sldId="256"/>
        </pc:sldMkLst>
        <pc:spChg chg="mod">
          <ac:chgData name="parul srivastava" userId="a56b37f0866fee59" providerId="LiveId" clId="{6472C41C-EB63-487D-B01B-3B67E05C2277}" dt="2026-04-10T19:24:20.245" v="1154" actId="108"/>
          <ac:spMkLst>
            <pc:docMk/>
            <pc:sldMk cId="2167056413" sldId="256"/>
            <ac:spMk id="2" creationId="{4125AEF5-1BE4-E0C1-2775-A4EFBD0C95B4}"/>
          </ac:spMkLst>
        </pc:spChg>
        <pc:spChg chg="del mod">
          <ac:chgData name="parul srivastava" userId="a56b37f0866fee59" providerId="LiveId" clId="{6472C41C-EB63-487D-B01B-3B67E05C2277}" dt="2026-04-10T19:23:38.658" v="1135"/>
          <ac:spMkLst>
            <pc:docMk/>
            <pc:sldMk cId="2167056413" sldId="256"/>
            <ac:spMk id="3" creationId="{C18041E8-3037-14CA-3B05-A6B0B699901D}"/>
          </ac:spMkLst>
        </pc:spChg>
        <pc:spChg chg="add mod">
          <ac:chgData name="parul srivastava" userId="a56b37f0866fee59" providerId="LiveId" clId="{6472C41C-EB63-487D-B01B-3B67E05C2277}" dt="2026-04-10T19:24:29.212" v="1155" actId="207"/>
          <ac:spMkLst>
            <pc:docMk/>
            <pc:sldMk cId="2167056413" sldId="256"/>
            <ac:spMk id="6" creationId="{C5989885-A25C-41AC-8EB4-F68BCFDD896C}"/>
          </ac:spMkLst>
        </pc:spChg>
        <pc:picChg chg="add mod">
          <ac:chgData name="parul srivastava" userId="a56b37f0866fee59" providerId="LiveId" clId="{6472C41C-EB63-487D-B01B-3B67E05C2277}" dt="2026-04-10T19:23:19.678" v="1121"/>
          <ac:picMkLst>
            <pc:docMk/>
            <pc:sldMk cId="2167056413" sldId="256"/>
            <ac:picMk id="4" creationId="{49C4D13B-2887-815D-744A-077BBD838DCD}"/>
          </ac:picMkLst>
        </pc:picChg>
        <pc:picChg chg="del">
          <ac:chgData name="parul srivastava" userId="a56b37f0866fee59" providerId="LiveId" clId="{6472C41C-EB63-487D-B01B-3B67E05C2277}" dt="2026-04-10T19:22:49.423" v="1117" actId="21"/>
          <ac:picMkLst>
            <pc:docMk/>
            <pc:sldMk cId="2167056413" sldId="256"/>
            <ac:picMk id="5" creationId="{3FD1BD15-D945-E105-0A17-9BDC5114E472}"/>
          </ac:picMkLst>
        </pc:picChg>
      </pc:sldChg>
      <pc:sldChg chg="modSp mod">
        <pc:chgData name="parul srivastava" userId="a56b37f0866fee59" providerId="LiveId" clId="{6472C41C-EB63-487D-B01B-3B67E05C2277}" dt="2026-04-10T18:20:11.179" v="586" actId="207"/>
        <pc:sldMkLst>
          <pc:docMk/>
          <pc:sldMk cId="4247158307" sldId="257"/>
        </pc:sldMkLst>
        <pc:spChg chg="mod">
          <ac:chgData name="parul srivastava" userId="a56b37f0866fee59" providerId="LiveId" clId="{6472C41C-EB63-487D-B01B-3B67E05C2277}" dt="2026-04-10T18:19:03.185" v="440" actId="20577"/>
          <ac:spMkLst>
            <pc:docMk/>
            <pc:sldMk cId="4247158307" sldId="257"/>
            <ac:spMk id="2" creationId="{E8330FCF-E7B5-0FED-012F-86BD968C3971}"/>
          </ac:spMkLst>
        </pc:spChg>
        <pc:spChg chg="mod">
          <ac:chgData name="parul srivastava" userId="a56b37f0866fee59" providerId="LiveId" clId="{6472C41C-EB63-487D-B01B-3B67E05C2277}" dt="2026-04-10T18:20:11.179" v="586" actId="207"/>
          <ac:spMkLst>
            <pc:docMk/>
            <pc:sldMk cId="4247158307" sldId="257"/>
            <ac:spMk id="3" creationId="{F53DD29A-41E1-3087-5DE6-0488092BB6C1}"/>
          </ac:spMkLst>
        </pc:spChg>
      </pc:sldChg>
      <pc:sldChg chg="addSp delSp modSp mod ord">
        <pc:chgData name="parul srivastava" userId="a56b37f0866fee59" providerId="LiveId" clId="{6472C41C-EB63-487D-B01B-3B67E05C2277}" dt="2026-04-10T19:20:43.900" v="1067" actId="14100"/>
        <pc:sldMkLst>
          <pc:docMk/>
          <pc:sldMk cId="3811304606" sldId="258"/>
        </pc:sldMkLst>
        <pc:spChg chg="mod">
          <ac:chgData name="parul srivastava" userId="a56b37f0866fee59" providerId="LiveId" clId="{6472C41C-EB63-487D-B01B-3B67E05C2277}" dt="2026-04-10T17:33:43.085" v="286" actId="3062"/>
          <ac:spMkLst>
            <pc:docMk/>
            <pc:sldMk cId="3811304606" sldId="258"/>
            <ac:spMk id="2" creationId="{7052A66F-0A6E-A4C5-4B11-4DB2ACBFE6DB}"/>
          </ac:spMkLst>
        </pc:spChg>
        <pc:spChg chg="del mod">
          <ac:chgData name="parul srivastava" userId="a56b37f0866fee59" providerId="LiveId" clId="{6472C41C-EB63-487D-B01B-3B67E05C2277}" dt="2026-04-10T17:28:22.607" v="268" actId="478"/>
          <ac:spMkLst>
            <pc:docMk/>
            <pc:sldMk cId="3811304606" sldId="258"/>
            <ac:spMk id="3" creationId="{84EDC077-0E19-787D-8AAA-95998007AA52}"/>
          </ac:spMkLst>
        </pc:spChg>
        <pc:spChg chg="add del mod">
          <ac:chgData name="parul srivastava" userId="a56b37f0866fee59" providerId="LiveId" clId="{6472C41C-EB63-487D-B01B-3B67E05C2277}" dt="2026-04-10T17:32:37.420" v="273" actId="478"/>
          <ac:spMkLst>
            <pc:docMk/>
            <pc:sldMk cId="3811304606" sldId="258"/>
            <ac:spMk id="5" creationId="{94A0D8F3-9954-A04C-2B2A-0D43C69C3319}"/>
          </ac:spMkLst>
        </pc:spChg>
        <pc:spChg chg="add del">
          <ac:chgData name="parul srivastava" userId="a56b37f0866fee59" providerId="LiveId" clId="{6472C41C-EB63-487D-B01B-3B67E05C2277}" dt="2026-04-10T19:20:09.324" v="1057" actId="22"/>
          <ac:spMkLst>
            <pc:docMk/>
            <pc:sldMk cId="3811304606" sldId="258"/>
            <ac:spMk id="9" creationId="{A49360C7-BB0D-FF67-6575-40D54C8089F5}"/>
          </ac:spMkLst>
        </pc:spChg>
        <pc:spChg chg="add mod">
          <ac:chgData name="parul srivastava" userId="a56b37f0866fee59" providerId="LiveId" clId="{6472C41C-EB63-487D-B01B-3B67E05C2277}" dt="2026-04-10T19:20:43.900" v="1067" actId="14100"/>
          <ac:spMkLst>
            <pc:docMk/>
            <pc:sldMk cId="3811304606" sldId="258"/>
            <ac:spMk id="11" creationId="{C7F0CF2B-42E4-2E78-759D-428A7722B4A5}"/>
          </ac:spMkLst>
        </pc:spChg>
        <pc:picChg chg="add mod">
          <ac:chgData name="parul srivastava" userId="a56b37f0866fee59" providerId="LiveId" clId="{6472C41C-EB63-487D-B01B-3B67E05C2277}" dt="2026-04-10T19:20:37.575" v="1065" actId="1076"/>
          <ac:picMkLst>
            <pc:docMk/>
            <pc:sldMk cId="3811304606" sldId="258"/>
            <ac:picMk id="7" creationId="{2A6EB6BD-2405-AB69-1F87-DDC78FFE3F3E}"/>
          </ac:picMkLst>
        </pc:picChg>
      </pc:sldChg>
      <pc:sldChg chg="addSp delSp modSp mod ord">
        <pc:chgData name="parul srivastava" userId="a56b37f0866fee59" providerId="LiveId" clId="{6472C41C-EB63-487D-B01B-3B67E05C2277}" dt="2026-04-10T19:22:09.528" v="1113"/>
        <pc:sldMkLst>
          <pc:docMk/>
          <pc:sldMk cId="3088796821" sldId="259"/>
        </pc:sldMkLst>
        <pc:spChg chg="mod">
          <ac:chgData name="parul srivastava" userId="a56b37f0866fee59" providerId="LiveId" clId="{6472C41C-EB63-487D-B01B-3B67E05C2277}" dt="2026-04-10T17:34:38.173" v="287" actId="3062"/>
          <ac:spMkLst>
            <pc:docMk/>
            <pc:sldMk cId="3088796821" sldId="259"/>
            <ac:spMk id="2" creationId="{3717D0A4-7332-77EA-83DE-AEFE797ADA1E}"/>
          </ac:spMkLst>
        </pc:spChg>
        <pc:spChg chg="del">
          <ac:chgData name="parul srivastava" userId="a56b37f0866fee59" providerId="LiveId" clId="{6472C41C-EB63-487D-B01B-3B67E05C2277}" dt="2026-04-10T17:34:40.323" v="288" actId="478"/>
          <ac:spMkLst>
            <pc:docMk/>
            <pc:sldMk cId="3088796821" sldId="259"/>
            <ac:spMk id="3" creationId="{4ADE1713-B12B-D0A2-5BCC-EA2F9522E0DE}"/>
          </ac:spMkLst>
        </pc:spChg>
        <pc:spChg chg="add mod">
          <ac:chgData name="parul srivastava" userId="a56b37f0866fee59" providerId="LiveId" clId="{6472C41C-EB63-487D-B01B-3B67E05C2277}" dt="2026-04-10T19:21:19.247" v="1108" actId="20577"/>
          <ac:spMkLst>
            <pc:docMk/>
            <pc:sldMk cId="3088796821" sldId="259"/>
            <ac:spMk id="6" creationId="{390F6BBC-8BD7-6945-2FAB-82DC70A8AD49}"/>
          </ac:spMkLst>
        </pc:spChg>
        <pc:picChg chg="add mod">
          <ac:chgData name="parul srivastava" userId="a56b37f0866fee59" providerId="LiveId" clId="{6472C41C-EB63-487D-B01B-3B67E05C2277}" dt="2026-04-10T19:20:49.339" v="1068" actId="1076"/>
          <ac:picMkLst>
            <pc:docMk/>
            <pc:sldMk cId="3088796821" sldId="259"/>
            <ac:picMk id="5" creationId="{DAB49220-BDA9-AE07-7061-F5C7EB942DF5}"/>
          </ac:picMkLst>
        </pc:picChg>
      </pc:sldChg>
      <pc:sldChg chg="addSp delSp modSp mod ord">
        <pc:chgData name="parul srivastava" userId="a56b37f0866fee59" providerId="LiveId" clId="{6472C41C-EB63-487D-B01B-3B67E05C2277}" dt="2026-04-10T18:59:02.299" v="942" actId="20577"/>
        <pc:sldMkLst>
          <pc:docMk/>
          <pc:sldMk cId="2859030239" sldId="260"/>
        </pc:sldMkLst>
        <pc:spChg chg="mod">
          <ac:chgData name="parul srivastava" userId="a56b37f0866fee59" providerId="LiveId" clId="{6472C41C-EB63-487D-B01B-3B67E05C2277}" dt="2026-04-10T18:58:05.424" v="883" actId="108"/>
          <ac:spMkLst>
            <pc:docMk/>
            <pc:sldMk cId="2859030239" sldId="260"/>
            <ac:spMk id="2" creationId="{3FE8CA76-07DF-FFFA-9A7B-D4D7940BD53E}"/>
          </ac:spMkLst>
        </pc:spChg>
        <pc:spChg chg="del">
          <ac:chgData name="parul srivastava" userId="a56b37f0866fee59" providerId="LiveId" clId="{6472C41C-EB63-487D-B01B-3B67E05C2277}" dt="2026-04-10T17:47:29.829" v="296" actId="478"/>
          <ac:spMkLst>
            <pc:docMk/>
            <pc:sldMk cId="2859030239" sldId="260"/>
            <ac:spMk id="3" creationId="{797CDE1F-2E08-59D2-C9B1-DA43E0B0E265}"/>
          </ac:spMkLst>
        </pc:spChg>
        <pc:spChg chg="add mod">
          <ac:chgData name="parul srivastava" userId="a56b37f0866fee59" providerId="LiveId" clId="{6472C41C-EB63-487D-B01B-3B67E05C2277}" dt="2026-04-10T18:59:02.299" v="942" actId="20577"/>
          <ac:spMkLst>
            <pc:docMk/>
            <pc:sldMk cId="2859030239" sldId="260"/>
            <ac:spMk id="6" creationId="{E39F5D63-51D8-9FF4-410D-1E4E40193DD9}"/>
          </ac:spMkLst>
        </pc:spChg>
        <pc:spChg chg="add">
          <ac:chgData name="parul srivastava" userId="a56b37f0866fee59" providerId="LiveId" clId="{6472C41C-EB63-487D-B01B-3B67E05C2277}" dt="2026-04-10T18:58:25.028" v="885"/>
          <ac:spMkLst>
            <pc:docMk/>
            <pc:sldMk cId="2859030239" sldId="260"/>
            <ac:spMk id="7" creationId="{A2FB1D79-E5EA-3CAF-E616-7E1ACED3F611}"/>
          </ac:spMkLst>
        </pc:spChg>
        <pc:picChg chg="add del mod">
          <ac:chgData name="parul srivastava" userId="a56b37f0866fee59" providerId="LiveId" clId="{6472C41C-EB63-487D-B01B-3B67E05C2277}" dt="2026-04-10T18:47:27.136" v="784" actId="21"/>
          <ac:picMkLst>
            <pc:docMk/>
            <pc:sldMk cId="2859030239" sldId="260"/>
            <ac:picMk id="5" creationId="{35DC7679-752A-0C0E-CB30-4A8C84D0C570}"/>
          </ac:picMkLst>
        </pc:picChg>
      </pc:sldChg>
      <pc:sldChg chg="addSp delSp modSp mod ord">
        <pc:chgData name="parul srivastava" userId="a56b37f0866fee59" providerId="LiveId" clId="{6472C41C-EB63-487D-B01B-3B67E05C2277}" dt="2026-04-10T18:46:44.638" v="773" actId="207"/>
        <pc:sldMkLst>
          <pc:docMk/>
          <pc:sldMk cId="2210158145" sldId="261"/>
        </pc:sldMkLst>
        <pc:spChg chg="mod">
          <ac:chgData name="parul srivastava" userId="a56b37f0866fee59" providerId="LiveId" clId="{6472C41C-EB63-487D-B01B-3B67E05C2277}" dt="2026-04-10T18:29:35.796" v="665" actId="14100"/>
          <ac:spMkLst>
            <pc:docMk/>
            <pc:sldMk cId="2210158145" sldId="261"/>
            <ac:spMk id="2" creationId="{3B87A85C-17E4-D438-FD66-BDE67FA5409D}"/>
          </ac:spMkLst>
        </pc:spChg>
        <pc:spChg chg="del">
          <ac:chgData name="parul srivastava" userId="a56b37f0866fee59" providerId="LiveId" clId="{6472C41C-EB63-487D-B01B-3B67E05C2277}" dt="2026-04-10T18:26:32.677" v="649" actId="22"/>
          <ac:spMkLst>
            <pc:docMk/>
            <pc:sldMk cId="2210158145" sldId="261"/>
            <ac:spMk id="3" creationId="{9994B284-3709-4EB8-C9AE-999C8EC486C4}"/>
          </ac:spMkLst>
        </pc:spChg>
        <pc:spChg chg="add mod">
          <ac:chgData name="parul srivastava" userId="a56b37f0866fee59" providerId="LiveId" clId="{6472C41C-EB63-487D-B01B-3B67E05C2277}" dt="2026-04-10T18:46:44.638" v="773" actId="207"/>
          <ac:spMkLst>
            <pc:docMk/>
            <pc:sldMk cId="2210158145" sldId="261"/>
            <ac:spMk id="9" creationId="{59F5B2CC-122F-1459-0AFD-A4945A94F4C1}"/>
          </ac:spMkLst>
        </pc:spChg>
        <pc:picChg chg="add mod ord">
          <ac:chgData name="parul srivastava" userId="a56b37f0866fee59" providerId="LiveId" clId="{6472C41C-EB63-487D-B01B-3B67E05C2277}" dt="2026-04-10T18:29:21.066" v="661" actId="14100"/>
          <ac:picMkLst>
            <pc:docMk/>
            <pc:sldMk cId="2210158145" sldId="261"/>
            <ac:picMk id="5" creationId="{80A9B082-9930-05CF-0AD1-0795AA94358D}"/>
          </ac:picMkLst>
        </pc:picChg>
        <pc:picChg chg="add mod">
          <ac:chgData name="parul srivastava" userId="a56b37f0866fee59" providerId="LiveId" clId="{6472C41C-EB63-487D-B01B-3B67E05C2277}" dt="2026-04-10T18:29:30.406" v="664" actId="14100"/>
          <ac:picMkLst>
            <pc:docMk/>
            <pc:sldMk cId="2210158145" sldId="261"/>
            <ac:picMk id="7" creationId="{A009C106-F76A-F4CF-D846-6C2656DBC503}"/>
          </ac:picMkLst>
        </pc:picChg>
      </pc:sldChg>
      <pc:sldChg chg="modSp mod ord">
        <pc:chgData name="parul srivastava" userId="a56b37f0866fee59" providerId="LiveId" clId="{6472C41C-EB63-487D-B01B-3B67E05C2277}" dt="2026-04-10T18:21:51.604" v="618" actId="14100"/>
        <pc:sldMkLst>
          <pc:docMk/>
          <pc:sldMk cId="2903957605" sldId="262"/>
        </pc:sldMkLst>
        <pc:spChg chg="mod">
          <ac:chgData name="parul srivastava" userId="a56b37f0866fee59" providerId="LiveId" clId="{6472C41C-EB63-487D-B01B-3B67E05C2277}" dt="2026-04-10T18:21:40.199" v="616" actId="108"/>
          <ac:spMkLst>
            <pc:docMk/>
            <pc:sldMk cId="2903957605" sldId="262"/>
            <ac:spMk id="2" creationId="{F24E7C48-1E20-7A17-3C29-6049C223C02D}"/>
          </ac:spMkLst>
        </pc:spChg>
        <pc:spChg chg="mod">
          <ac:chgData name="parul srivastava" userId="a56b37f0866fee59" providerId="LiveId" clId="{6472C41C-EB63-487D-B01B-3B67E05C2277}" dt="2026-04-10T18:21:51.604" v="618" actId="14100"/>
          <ac:spMkLst>
            <pc:docMk/>
            <pc:sldMk cId="2903957605" sldId="262"/>
            <ac:spMk id="3" creationId="{21098204-0B93-0FA2-0FE6-CB07CC039962}"/>
          </ac:spMkLst>
        </pc:spChg>
      </pc:sldChg>
      <pc:sldChg chg="modSp mod ord">
        <pc:chgData name="parul srivastava" userId="a56b37f0866fee59" providerId="LiveId" clId="{6472C41C-EB63-487D-B01B-3B67E05C2277}" dt="2026-04-10T18:46:37.636" v="772" actId="207"/>
        <pc:sldMkLst>
          <pc:docMk/>
          <pc:sldMk cId="2762295297" sldId="263"/>
        </pc:sldMkLst>
        <pc:spChg chg="mod">
          <ac:chgData name="parul srivastava" userId="a56b37f0866fee59" providerId="LiveId" clId="{6472C41C-EB63-487D-B01B-3B67E05C2277}" dt="2026-04-10T18:46:34.301" v="771" actId="108"/>
          <ac:spMkLst>
            <pc:docMk/>
            <pc:sldMk cId="2762295297" sldId="263"/>
            <ac:spMk id="2" creationId="{8F236748-773A-F641-CF7E-C86EC751F538}"/>
          </ac:spMkLst>
        </pc:spChg>
        <pc:spChg chg="mod">
          <ac:chgData name="parul srivastava" userId="a56b37f0866fee59" providerId="LiveId" clId="{6472C41C-EB63-487D-B01B-3B67E05C2277}" dt="2026-04-10T18:46:37.636" v="772" actId="207"/>
          <ac:spMkLst>
            <pc:docMk/>
            <pc:sldMk cId="2762295297" sldId="263"/>
            <ac:spMk id="3" creationId="{A884F093-90FB-2325-C733-D1AF198C1E0C}"/>
          </ac:spMkLst>
        </pc:spChg>
      </pc:sldChg>
      <pc:sldChg chg="addSp delSp modSp mod ord">
        <pc:chgData name="parul srivastava" userId="a56b37f0866fee59" providerId="LiveId" clId="{6472C41C-EB63-487D-B01B-3B67E05C2277}" dt="2026-04-10T18:45:01.386" v="719" actId="20578"/>
        <pc:sldMkLst>
          <pc:docMk/>
          <pc:sldMk cId="2191656380" sldId="264"/>
        </pc:sldMkLst>
        <pc:spChg chg="mod">
          <ac:chgData name="parul srivastava" userId="a56b37f0866fee59" providerId="LiveId" clId="{6472C41C-EB63-487D-B01B-3B67E05C2277}" dt="2026-04-10T18:42:29.986" v="715" actId="14100"/>
          <ac:spMkLst>
            <pc:docMk/>
            <pc:sldMk cId="2191656380" sldId="264"/>
            <ac:spMk id="2" creationId="{F2B91EE6-AEAA-60D5-6B61-2EF6153427A7}"/>
          </ac:spMkLst>
        </pc:spChg>
        <pc:spChg chg="del">
          <ac:chgData name="parul srivastava" userId="a56b37f0866fee59" providerId="LiveId" clId="{6472C41C-EB63-487D-B01B-3B67E05C2277}" dt="2026-04-10T18:41:53.506" v="705" actId="478"/>
          <ac:spMkLst>
            <pc:docMk/>
            <pc:sldMk cId="2191656380" sldId="264"/>
            <ac:spMk id="3" creationId="{D6FD4AEB-B823-6240-B712-68967A7E6B8A}"/>
          </ac:spMkLst>
        </pc:spChg>
        <pc:picChg chg="add mod">
          <ac:chgData name="parul srivastava" userId="a56b37f0866fee59" providerId="LiveId" clId="{6472C41C-EB63-487D-B01B-3B67E05C2277}" dt="2026-04-10T18:42:23.030" v="714" actId="1076"/>
          <ac:picMkLst>
            <pc:docMk/>
            <pc:sldMk cId="2191656380" sldId="264"/>
            <ac:picMk id="5" creationId="{5292240D-3CDD-5982-4337-D6AC7E9E25E5}"/>
          </ac:picMkLst>
        </pc:picChg>
      </pc:sldChg>
      <pc:sldChg chg="addSp delSp modSp mod ord">
        <pc:chgData name="parul srivastava" userId="a56b37f0866fee59" providerId="LiveId" clId="{6472C41C-EB63-487D-B01B-3B67E05C2277}" dt="2026-04-10T18:48:50.111" v="805" actId="207"/>
        <pc:sldMkLst>
          <pc:docMk/>
          <pc:sldMk cId="639727036" sldId="265"/>
        </pc:sldMkLst>
        <pc:spChg chg="mod">
          <ac:chgData name="parul srivastava" userId="a56b37f0866fee59" providerId="LiveId" clId="{6472C41C-EB63-487D-B01B-3B67E05C2277}" dt="2026-04-10T18:47:38.939" v="788" actId="1076"/>
          <ac:spMkLst>
            <pc:docMk/>
            <pc:sldMk cId="639727036" sldId="265"/>
            <ac:spMk id="2" creationId="{84DDF6C0-0823-F87C-78FB-81457028CBFF}"/>
          </ac:spMkLst>
        </pc:spChg>
        <pc:spChg chg="del mod">
          <ac:chgData name="parul srivastava" userId="a56b37f0866fee59" providerId="LiveId" clId="{6472C41C-EB63-487D-B01B-3B67E05C2277}" dt="2026-04-10T18:47:31.112" v="785" actId="478"/>
          <ac:spMkLst>
            <pc:docMk/>
            <pc:sldMk cId="639727036" sldId="265"/>
            <ac:spMk id="3" creationId="{A9ED9338-2853-BB4D-214D-FC77F7D2C08A}"/>
          </ac:spMkLst>
        </pc:spChg>
        <pc:spChg chg="add del">
          <ac:chgData name="parul srivastava" userId="a56b37f0866fee59" providerId="LiveId" clId="{6472C41C-EB63-487D-B01B-3B67E05C2277}" dt="2026-04-10T18:47:19.526" v="780" actId="22"/>
          <ac:spMkLst>
            <pc:docMk/>
            <pc:sldMk cId="639727036" sldId="265"/>
            <ac:spMk id="5" creationId="{4FEA3D26-64EB-11A5-FD34-58A60130304E}"/>
          </ac:spMkLst>
        </pc:spChg>
        <pc:spChg chg="add mod">
          <ac:chgData name="parul srivastava" userId="a56b37f0866fee59" providerId="LiveId" clId="{6472C41C-EB63-487D-B01B-3B67E05C2277}" dt="2026-04-10T18:48:50.111" v="805" actId="207"/>
          <ac:spMkLst>
            <pc:docMk/>
            <pc:sldMk cId="639727036" sldId="265"/>
            <ac:spMk id="8" creationId="{65A5E9D2-1D37-840D-77CF-8E6AB853CC64}"/>
          </ac:spMkLst>
        </pc:spChg>
        <pc:picChg chg="add mod">
          <ac:chgData name="parul srivastava" userId="a56b37f0866fee59" providerId="LiveId" clId="{6472C41C-EB63-487D-B01B-3B67E05C2277}" dt="2026-04-10T18:48:14.201" v="793" actId="1076"/>
          <ac:picMkLst>
            <pc:docMk/>
            <pc:sldMk cId="639727036" sldId="265"/>
            <ac:picMk id="6" creationId="{35DC7679-752A-0C0E-CB30-4A8C84D0C570}"/>
          </ac:picMkLst>
        </pc:picChg>
      </pc:sldChg>
      <pc:sldChg chg="addSp delSp modSp mod ord">
        <pc:chgData name="parul srivastava" userId="a56b37f0866fee59" providerId="LiveId" clId="{6472C41C-EB63-487D-B01B-3B67E05C2277}" dt="2026-04-10T18:57:13.959" v="877" actId="14100"/>
        <pc:sldMkLst>
          <pc:docMk/>
          <pc:sldMk cId="755909189" sldId="266"/>
        </pc:sldMkLst>
        <pc:spChg chg="mod">
          <ac:chgData name="parul srivastava" userId="a56b37f0866fee59" providerId="LiveId" clId="{6472C41C-EB63-487D-B01B-3B67E05C2277}" dt="2026-04-10T18:55:13.192" v="812" actId="14100"/>
          <ac:spMkLst>
            <pc:docMk/>
            <pc:sldMk cId="755909189" sldId="266"/>
            <ac:spMk id="2" creationId="{7D5D6D0D-A6A4-3C04-491E-6F86A7BE9716}"/>
          </ac:spMkLst>
        </pc:spChg>
        <pc:spChg chg="del mod">
          <ac:chgData name="parul srivastava" userId="a56b37f0866fee59" providerId="LiveId" clId="{6472C41C-EB63-487D-B01B-3B67E05C2277}" dt="2026-04-10T18:55:05.803" v="809" actId="478"/>
          <ac:spMkLst>
            <pc:docMk/>
            <pc:sldMk cId="755909189" sldId="266"/>
            <ac:spMk id="3" creationId="{65B0BD33-AC25-BD70-67AA-12DBADD661C5}"/>
          </ac:spMkLst>
        </pc:spChg>
        <pc:spChg chg="add mod">
          <ac:chgData name="parul srivastava" userId="a56b37f0866fee59" providerId="LiveId" clId="{6472C41C-EB63-487D-B01B-3B67E05C2277}" dt="2026-04-10T18:57:06.111" v="876" actId="20577"/>
          <ac:spMkLst>
            <pc:docMk/>
            <pc:sldMk cId="755909189" sldId="266"/>
            <ac:spMk id="6" creationId="{610DCFF0-82DE-8FCB-A814-24F82776C881}"/>
          </ac:spMkLst>
        </pc:spChg>
        <pc:picChg chg="add mod">
          <ac:chgData name="parul srivastava" userId="a56b37f0866fee59" providerId="LiveId" clId="{6472C41C-EB63-487D-B01B-3B67E05C2277}" dt="2026-04-10T18:57:13.959" v="877" actId="14100"/>
          <ac:picMkLst>
            <pc:docMk/>
            <pc:sldMk cId="755909189" sldId="266"/>
            <ac:picMk id="5" creationId="{836C5F2A-4CDB-60B5-B35D-BF929F77913A}"/>
          </ac:picMkLst>
        </pc:picChg>
      </pc:sldChg>
      <pc:sldChg chg="addSp delSp modSp mod ord">
        <pc:chgData name="parul srivastava" userId="a56b37f0866fee59" providerId="LiveId" clId="{6472C41C-EB63-487D-B01B-3B67E05C2277}" dt="2026-04-10T19:07:54.785" v="974"/>
        <pc:sldMkLst>
          <pc:docMk/>
          <pc:sldMk cId="905782610" sldId="267"/>
        </pc:sldMkLst>
        <pc:spChg chg="mod">
          <ac:chgData name="parul srivastava" userId="a56b37f0866fee59" providerId="LiveId" clId="{6472C41C-EB63-487D-B01B-3B67E05C2277}" dt="2026-04-10T19:06:30.647" v="952" actId="1076"/>
          <ac:spMkLst>
            <pc:docMk/>
            <pc:sldMk cId="905782610" sldId="267"/>
            <ac:spMk id="2" creationId="{F7F5526B-9AD4-EAFA-A3B4-20B56387B720}"/>
          </ac:spMkLst>
        </pc:spChg>
        <pc:spChg chg="del">
          <ac:chgData name="parul srivastava" userId="a56b37f0866fee59" providerId="LiveId" clId="{6472C41C-EB63-487D-B01B-3B67E05C2277}" dt="2026-04-10T19:06:18.373" v="949" actId="478"/>
          <ac:spMkLst>
            <pc:docMk/>
            <pc:sldMk cId="905782610" sldId="267"/>
            <ac:spMk id="3" creationId="{0C45A56B-DFF3-398D-E023-5A2C6F3F081D}"/>
          </ac:spMkLst>
        </pc:spChg>
        <pc:spChg chg="add mod">
          <ac:chgData name="parul srivastava" userId="a56b37f0866fee59" providerId="LiveId" clId="{6472C41C-EB63-487D-B01B-3B67E05C2277}" dt="2026-04-10T19:07:38.895" v="966" actId="114"/>
          <ac:spMkLst>
            <pc:docMk/>
            <pc:sldMk cId="905782610" sldId="267"/>
            <ac:spMk id="9" creationId="{B1755FB3-49D8-54AF-576A-36788A73A16A}"/>
          </ac:spMkLst>
        </pc:spChg>
        <pc:graphicFrameChg chg="add del modGraphic">
          <ac:chgData name="parul srivastava" userId="a56b37f0866fee59" providerId="LiveId" clId="{6472C41C-EB63-487D-B01B-3B67E05C2277}" dt="2026-04-10T18:59:19.137" v="946" actId="478"/>
          <ac:graphicFrameMkLst>
            <pc:docMk/>
            <pc:sldMk cId="905782610" sldId="267"/>
            <ac:graphicFrameMk id="5" creationId="{E664C612-DAAF-5829-3E7F-5C1E6AF86DE0}"/>
          </ac:graphicFrameMkLst>
        </pc:graphicFrameChg>
        <pc:picChg chg="add mod">
          <ac:chgData name="parul srivastava" userId="a56b37f0866fee59" providerId="LiveId" clId="{6472C41C-EB63-487D-B01B-3B67E05C2277}" dt="2026-04-10T19:06:35.523" v="953" actId="1076"/>
          <ac:picMkLst>
            <pc:docMk/>
            <pc:sldMk cId="905782610" sldId="267"/>
            <ac:picMk id="7" creationId="{3745E618-2F1E-6C83-C4B5-FF0B2A465D18}"/>
          </ac:picMkLst>
        </pc:picChg>
      </pc:sldChg>
      <pc:sldChg chg="addSp delSp modSp mod ord">
        <pc:chgData name="parul srivastava" userId="a56b37f0866fee59" providerId="LiveId" clId="{6472C41C-EB63-487D-B01B-3B67E05C2277}" dt="2026-04-10T19:13:34.405" v="1005" actId="5793"/>
        <pc:sldMkLst>
          <pc:docMk/>
          <pc:sldMk cId="3919866594" sldId="268"/>
        </pc:sldMkLst>
        <pc:spChg chg="mod">
          <ac:chgData name="parul srivastava" userId="a56b37f0866fee59" providerId="LiveId" clId="{6472C41C-EB63-487D-B01B-3B67E05C2277}" dt="2026-04-10T19:12:25.217" v="983" actId="1076"/>
          <ac:spMkLst>
            <pc:docMk/>
            <pc:sldMk cId="3919866594" sldId="268"/>
            <ac:spMk id="2" creationId="{9C11AFD8-897A-071C-19DB-FDB303E72E02}"/>
          </ac:spMkLst>
        </pc:spChg>
        <pc:spChg chg="del">
          <ac:chgData name="parul srivastava" userId="a56b37f0866fee59" providerId="LiveId" clId="{6472C41C-EB63-487D-B01B-3B67E05C2277}" dt="2026-04-10T19:12:14.385" v="979" actId="478"/>
          <ac:spMkLst>
            <pc:docMk/>
            <pc:sldMk cId="3919866594" sldId="268"/>
            <ac:spMk id="3" creationId="{00371459-5E59-27DF-B884-B1D650A5F56B}"/>
          </ac:spMkLst>
        </pc:spChg>
        <pc:spChg chg="add del">
          <ac:chgData name="parul srivastava" userId="a56b37f0866fee59" providerId="LiveId" clId="{6472C41C-EB63-487D-B01B-3B67E05C2277}" dt="2026-04-10T19:12:16.192" v="981" actId="22"/>
          <ac:spMkLst>
            <pc:docMk/>
            <pc:sldMk cId="3919866594" sldId="268"/>
            <ac:spMk id="5" creationId="{A3415235-A3CB-B672-A547-4C0852C7E042}"/>
          </ac:spMkLst>
        </pc:spChg>
        <pc:spChg chg="add mod">
          <ac:chgData name="parul srivastava" userId="a56b37f0866fee59" providerId="LiveId" clId="{6472C41C-EB63-487D-B01B-3B67E05C2277}" dt="2026-04-10T19:13:34.405" v="1005" actId="5793"/>
          <ac:spMkLst>
            <pc:docMk/>
            <pc:sldMk cId="3919866594" sldId="268"/>
            <ac:spMk id="11" creationId="{8F8E697A-5759-A9DB-0493-2571C93A0417}"/>
          </ac:spMkLst>
        </pc:spChg>
        <pc:picChg chg="add mod">
          <ac:chgData name="parul srivastava" userId="a56b37f0866fee59" providerId="LiveId" clId="{6472C41C-EB63-487D-B01B-3B67E05C2277}" dt="2026-04-10T19:12:33.300" v="985" actId="14100"/>
          <ac:picMkLst>
            <pc:docMk/>
            <pc:sldMk cId="3919866594" sldId="268"/>
            <ac:picMk id="7" creationId="{54E6A241-F834-CF8C-0C3F-7C9A7AEA2425}"/>
          </ac:picMkLst>
        </pc:picChg>
        <pc:picChg chg="add del">
          <ac:chgData name="parul srivastava" userId="a56b37f0866fee59" providerId="LiveId" clId="{6472C41C-EB63-487D-B01B-3B67E05C2277}" dt="2026-04-10T19:12:55.381" v="987" actId="22"/>
          <ac:picMkLst>
            <pc:docMk/>
            <pc:sldMk cId="3919866594" sldId="268"/>
            <ac:picMk id="9" creationId="{B525090B-F6DD-BD9E-0CC2-CA32B8DDC4A8}"/>
          </ac:picMkLst>
        </pc:picChg>
      </pc:sldChg>
      <pc:sldChg chg="addSp delSp modSp mod ord">
        <pc:chgData name="parul srivastava" userId="a56b37f0866fee59" providerId="LiveId" clId="{6472C41C-EB63-487D-B01B-3B67E05C2277}" dt="2026-04-10T19:43:02.166" v="1278" actId="207"/>
        <pc:sldMkLst>
          <pc:docMk/>
          <pc:sldMk cId="378115084" sldId="269"/>
        </pc:sldMkLst>
        <pc:spChg chg="mod">
          <ac:chgData name="parul srivastava" userId="a56b37f0866fee59" providerId="LiveId" clId="{6472C41C-EB63-487D-B01B-3B67E05C2277}" dt="2026-04-10T19:42:12.426" v="1272" actId="14100"/>
          <ac:spMkLst>
            <pc:docMk/>
            <pc:sldMk cId="378115084" sldId="269"/>
            <ac:spMk id="2" creationId="{D5FF18E8-3A43-CA9E-74A9-91AD0AE22676}"/>
          </ac:spMkLst>
        </pc:spChg>
        <pc:spChg chg="del mod">
          <ac:chgData name="parul srivastava" userId="a56b37f0866fee59" providerId="LiveId" clId="{6472C41C-EB63-487D-B01B-3B67E05C2277}" dt="2026-04-10T19:41:54.412" v="1264" actId="478"/>
          <ac:spMkLst>
            <pc:docMk/>
            <pc:sldMk cId="378115084" sldId="269"/>
            <ac:spMk id="3" creationId="{65759240-0EDC-ED11-0A42-AA948278693A}"/>
          </ac:spMkLst>
        </pc:spChg>
        <pc:spChg chg="add mod">
          <ac:chgData name="parul srivastava" userId="a56b37f0866fee59" providerId="LiveId" clId="{6472C41C-EB63-487D-B01B-3B67E05C2277}" dt="2026-04-10T19:43:02.166" v="1278" actId="207"/>
          <ac:spMkLst>
            <pc:docMk/>
            <pc:sldMk cId="378115084" sldId="269"/>
            <ac:spMk id="9" creationId="{17922B8E-3B91-00F3-1B3B-B24E5A27B58C}"/>
          </ac:spMkLst>
        </pc:spChg>
        <pc:picChg chg="add mod">
          <ac:chgData name="parul srivastava" userId="a56b37f0866fee59" providerId="LiveId" clId="{6472C41C-EB63-487D-B01B-3B67E05C2277}" dt="2026-04-10T19:42:16.016" v="1273" actId="1076"/>
          <ac:picMkLst>
            <pc:docMk/>
            <pc:sldMk cId="378115084" sldId="269"/>
            <ac:picMk id="5" creationId="{3F9099C3-B41A-A831-0CC7-5C64C917C020}"/>
          </ac:picMkLst>
        </pc:picChg>
        <pc:picChg chg="add del">
          <ac:chgData name="parul srivastava" userId="a56b37f0866fee59" providerId="LiveId" clId="{6472C41C-EB63-487D-B01B-3B67E05C2277}" dt="2026-04-10T19:42:51.696" v="1275" actId="22"/>
          <ac:picMkLst>
            <pc:docMk/>
            <pc:sldMk cId="378115084" sldId="269"/>
            <ac:picMk id="7" creationId="{F9E9E52A-1166-AED8-BC82-E3F1F5FC8417}"/>
          </ac:picMkLst>
        </pc:picChg>
      </pc:sldChg>
      <pc:sldChg chg="addSp delSp modSp mod ord">
        <pc:chgData name="parul srivastava" userId="a56b37f0866fee59" providerId="LiveId" clId="{6472C41C-EB63-487D-B01B-3B67E05C2277}" dt="2026-04-10T19:44:27.847" v="1295" actId="14100"/>
        <pc:sldMkLst>
          <pc:docMk/>
          <pc:sldMk cId="598329564" sldId="270"/>
        </pc:sldMkLst>
        <pc:spChg chg="mod">
          <ac:chgData name="parul srivastava" userId="a56b37f0866fee59" providerId="LiveId" clId="{6472C41C-EB63-487D-B01B-3B67E05C2277}" dt="2026-04-10T19:43:52.926" v="1284" actId="1076"/>
          <ac:spMkLst>
            <pc:docMk/>
            <pc:sldMk cId="598329564" sldId="270"/>
            <ac:spMk id="2" creationId="{D547F51B-B819-418E-F813-F7018CE1EBF5}"/>
          </ac:spMkLst>
        </pc:spChg>
        <pc:spChg chg="mod">
          <ac:chgData name="parul srivastava" userId="a56b37f0866fee59" providerId="LiveId" clId="{6472C41C-EB63-487D-B01B-3B67E05C2277}" dt="2026-04-10T19:44:00.758" v="1286" actId="1076"/>
          <ac:spMkLst>
            <pc:docMk/>
            <pc:sldMk cId="598329564" sldId="270"/>
            <ac:spMk id="3" creationId="{6139FCA6-CA6D-84D3-C38E-1451007659CD}"/>
          </ac:spMkLst>
        </pc:spChg>
        <pc:graphicFrameChg chg="add del modGraphic">
          <ac:chgData name="parul srivastava" userId="a56b37f0866fee59" providerId="LiveId" clId="{6472C41C-EB63-487D-B01B-3B67E05C2277}" dt="2026-04-10T19:15:41.978" v="1026" actId="478"/>
          <ac:graphicFrameMkLst>
            <pc:docMk/>
            <pc:sldMk cId="598329564" sldId="270"/>
            <ac:graphicFrameMk id="5" creationId="{F2AD1201-32DF-253C-96B5-EDB5771E818A}"/>
          </ac:graphicFrameMkLst>
        </pc:graphicFrameChg>
        <pc:picChg chg="add mod">
          <ac:chgData name="parul srivastava" userId="a56b37f0866fee59" providerId="LiveId" clId="{6472C41C-EB63-487D-B01B-3B67E05C2277}" dt="2026-04-10T19:22:55.183" v="1118"/>
          <ac:picMkLst>
            <pc:docMk/>
            <pc:sldMk cId="598329564" sldId="270"/>
            <ac:picMk id="6" creationId="{3FD1BD15-D945-E105-0A17-9BDC5114E472}"/>
          </ac:picMkLst>
        </pc:picChg>
        <pc:picChg chg="add mod">
          <ac:chgData name="parul srivastava" userId="a56b37f0866fee59" providerId="LiveId" clId="{6472C41C-EB63-487D-B01B-3B67E05C2277}" dt="2026-04-10T19:44:27.847" v="1295" actId="14100"/>
          <ac:picMkLst>
            <pc:docMk/>
            <pc:sldMk cId="598329564" sldId="270"/>
            <ac:picMk id="7" creationId="{FFE84D84-9CD1-141E-B48D-7F3D075B6F4F}"/>
          </ac:picMkLst>
        </pc:picChg>
      </pc:sldChg>
      <pc:sldChg chg="addSp delSp modSp mod ord">
        <pc:chgData name="parul srivastava" userId="a56b37f0866fee59" providerId="LiveId" clId="{6472C41C-EB63-487D-B01B-3B67E05C2277}" dt="2026-04-10T19:27:26.635" v="1196" actId="108"/>
        <pc:sldMkLst>
          <pc:docMk/>
          <pc:sldMk cId="1647891615" sldId="271"/>
        </pc:sldMkLst>
        <pc:spChg chg="mod">
          <ac:chgData name="parul srivastava" userId="a56b37f0866fee59" providerId="LiveId" clId="{6472C41C-EB63-487D-B01B-3B67E05C2277}" dt="2026-04-10T19:27:26.635" v="1196" actId="108"/>
          <ac:spMkLst>
            <pc:docMk/>
            <pc:sldMk cId="1647891615" sldId="271"/>
            <ac:spMk id="2" creationId="{BDFA6A18-BFDE-EB6F-D391-EA76E053AB71}"/>
          </ac:spMkLst>
        </pc:spChg>
        <pc:spChg chg="mod">
          <ac:chgData name="parul srivastava" userId="a56b37f0866fee59" providerId="LiveId" clId="{6472C41C-EB63-487D-B01B-3B67E05C2277}" dt="2026-04-10T19:27:13.490" v="1194" actId="207"/>
          <ac:spMkLst>
            <pc:docMk/>
            <pc:sldMk cId="1647891615" sldId="271"/>
            <ac:spMk id="3" creationId="{1CF74E3C-7855-1EB1-3EB8-B19FD4A54448}"/>
          </ac:spMkLst>
        </pc:spChg>
        <pc:spChg chg="add del">
          <ac:chgData name="parul srivastava" userId="a56b37f0866fee59" providerId="LiveId" clId="{6472C41C-EB63-487D-B01B-3B67E05C2277}" dt="2026-04-10T17:20:44.860" v="192" actId="478"/>
          <ac:spMkLst>
            <pc:docMk/>
            <pc:sldMk cId="1647891615" sldId="271"/>
            <ac:spMk id="5" creationId="{6535B931-32CC-6396-6215-E6525013CE0D}"/>
          </ac:spMkLst>
        </pc:spChg>
      </pc:sldChg>
      <pc:sldChg chg="modSp mod ord">
        <pc:chgData name="parul srivastava" userId="a56b37f0866fee59" providerId="LiveId" clId="{6472C41C-EB63-487D-B01B-3B67E05C2277}" dt="2026-04-10T19:28:43.661" v="1244" actId="207"/>
        <pc:sldMkLst>
          <pc:docMk/>
          <pc:sldMk cId="27297375" sldId="272"/>
        </pc:sldMkLst>
        <pc:spChg chg="mod">
          <ac:chgData name="parul srivastava" userId="a56b37f0866fee59" providerId="LiveId" clId="{6472C41C-EB63-487D-B01B-3B67E05C2277}" dt="2026-04-10T19:28:35.547" v="1241" actId="1076"/>
          <ac:spMkLst>
            <pc:docMk/>
            <pc:sldMk cId="27297375" sldId="272"/>
            <ac:spMk id="2" creationId="{03730773-A8B6-688C-7166-BAB48DC354A0}"/>
          </ac:spMkLst>
        </pc:spChg>
        <pc:spChg chg="mod">
          <ac:chgData name="parul srivastava" userId="a56b37f0866fee59" providerId="LiveId" clId="{6472C41C-EB63-487D-B01B-3B67E05C2277}" dt="2026-04-10T19:28:43.661" v="1244" actId="207"/>
          <ac:spMkLst>
            <pc:docMk/>
            <pc:sldMk cId="27297375" sldId="272"/>
            <ac:spMk id="3" creationId="{A51C7260-F17E-5595-4209-504DA2D7511A}"/>
          </ac:spMkLst>
        </pc:spChg>
      </pc:sldChg>
      <pc:sldChg chg="addSp delSp modSp mod ord">
        <pc:chgData name="parul srivastava" userId="a56b37f0866fee59" providerId="LiveId" clId="{6472C41C-EB63-487D-B01B-3B67E05C2277}" dt="2026-04-10T19:26:21.357" v="1188" actId="255"/>
        <pc:sldMkLst>
          <pc:docMk/>
          <pc:sldMk cId="3920184006" sldId="274"/>
        </pc:sldMkLst>
        <pc:spChg chg="add del mod">
          <ac:chgData name="parul srivastava" userId="a56b37f0866fee59" providerId="LiveId" clId="{6472C41C-EB63-487D-B01B-3B67E05C2277}" dt="2026-04-10T19:25:46.177" v="1184" actId="108"/>
          <ac:spMkLst>
            <pc:docMk/>
            <pc:sldMk cId="3920184006" sldId="274"/>
            <ac:spMk id="2" creationId="{CDDB4BA6-ED16-AB02-7D78-E2C35955C8EA}"/>
          </ac:spMkLst>
        </pc:spChg>
        <pc:spChg chg="mod">
          <ac:chgData name="parul srivastava" userId="a56b37f0866fee59" providerId="LiveId" clId="{6472C41C-EB63-487D-B01B-3B67E05C2277}" dt="2026-04-10T19:26:21.357" v="1188" actId="255"/>
          <ac:spMkLst>
            <pc:docMk/>
            <pc:sldMk cId="3920184006" sldId="274"/>
            <ac:spMk id="3" creationId="{E0695BEC-7AF5-0CF6-A351-9FD9066F5172}"/>
          </ac:spMkLst>
        </pc:spChg>
        <pc:spChg chg="add mod">
          <ac:chgData name="parul srivastava" userId="a56b37f0866fee59" providerId="LiveId" clId="{6472C41C-EB63-487D-B01B-3B67E05C2277}" dt="2026-04-10T19:25:11.136" v="1160"/>
          <ac:spMkLst>
            <pc:docMk/>
            <pc:sldMk cId="3920184006" sldId="274"/>
            <ac:spMk id="4" creationId="{1978E644-35F0-A4E4-5B5C-EA7D1A54305C}"/>
          </ac:spMkLst>
        </pc:spChg>
        <pc:picChg chg="del">
          <ac:chgData name="parul srivastava" userId="a56b37f0866fee59" providerId="LiveId" clId="{6472C41C-EB63-487D-B01B-3B67E05C2277}" dt="2026-04-10T19:25:02.422" v="1158" actId="478"/>
          <ac:picMkLst>
            <pc:docMk/>
            <pc:sldMk cId="3920184006" sldId="274"/>
            <ac:picMk id="5" creationId="{7FF90797-9B1B-A0A3-C00F-B76EDD2412FF}"/>
          </ac:picMkLst>
        </pc:picChg>
      </pc:sldChg>
      <pc:sldChg chg="modSp mod">
        <pc:chgData name="parul srivastava" userId="a56b37f0866fee59" providerId="LiveId" clId="{6472C41C-EB63-487D-B01B-3B67E05C2277}" dt="2026-04-10T18:18:39.587" v="427" actId="207"/>
        <pc:sldMkLst>
          <pc:docMk/>
          <pc:sldMk cId="2103138928" sldId="276"/>
        </pc:sldMkLst>
        <pc:spChg chg="mod">
          <ac:chgData name="parul srivastava" userId="a56b37f0866fee59" providerId="LiveId" clId="{6472C41C-EB63-487D-B01B-3B67E05C2277}" dt="2026-04-10T18:18:39.587" v="427" actId="207"/>
          <ac:spMkLst>
            <pc:docMk/>
            <pc:sldMk cId="2103138928" sldId="276"/>
            <ac:spMk id="2" creationId="{F718231D-513F-7E1C-E471-C22AE9F8A27F}"/>
          </ac:spMkLst>
        </pc:spChg>
      </pc:sldChg>
      <pc:sldChg chg="addSp delSp modSp mod ord">
        <pc:chgData name="parul srivastava" userId="a56b37f0866fee59" providerId="LiveId" clId="{6472C41C-EB63-487D-B01B-3B67E05C2277}" dt="2026-04-10T20:00:50.337" v="1372" actId="1076"/>
        <pc:sldMkLst>
          <pc:docMk/>
          <pc:sldMk cId="1663516977" sldId="277"/>
        </pc:sldMkLst>
        <pc:spChg chg="del">
          <ac:chgData name="parul srivastava" userId="a56b37f0866fee59" providerId="LiveId" clId="{6472C41C-EB63-487D-B01B-3B67E05C2277}" dt="2026-04-10T19:58:10.290" v="1340" actId="478"/>
          <ac:spMkLst>
            <pc:docMk/>
            <pc:sldMk cId="1663516977" sldId="277"/>
            <ac:spMk id="3" creationId="{C56B1571-B0A7-C76D-C8CB-8F5514D50DF5}"/>
          </ac:spMkLst>
        </pc:spChg>
        <pc:spChg chg="add del mod">
          <ac:chgData name="parul srivastava" userId="a56b37f0866fee59" providerId="LiveId" clId="{6472C41C-EB63-487D-B01B-3B67E05C2277}" dt="2026-04-10T19:58:19.076" v="1343" actId="478"/>
          <ac:spMkLst>
            <pc:docMk/>
            <pc:sldMk cId="1663516977" sldId="277"/>
            <ac:spMk id="6" creationId="{01ABEB8E-8AE1-DE30-DCD2-2EC36430B0BD}"/>
          </ac:spMkLst>
        </pc:spChg>
        <pc:spChg chg="add mod">
          <ac:chgData name="parul srivastava" userId="a56b37f0866fee59" providerId="LiveId" clId="{6472C41C-EB63-487D-B01B-3B67E05C2277}" dt="2026-04-10T20:00:12.800" v="1369" actId="1076"/>
          <ac:spMkLst>
            <pc:docMk/>
            <pc:sldMk cId="1663516977" sldId="277"/>
            <ac:spMk id="9" creationId="{2B160E2B-C47E-7F11-A101-C74B81191FE2}"/>
          </ac:spMkLst>
        </pc:spChg>
        <pc:spChg chg="add mod">
          <ac:chgData name="parul srivastava" userId="a56b37f0866fee59" providerId="LiveId" clId="{6472C41C-EB63-487D-B01B-3B67E05C2277}" dt="2026-04-10T20:00:50.337" v="1372" actId="1076"/>
          <ac:spMkLst>
            <pc:docMk/>
            <pc:sldMk cId="1663516977" sldId="277"/>
            <ac:spMk id="11" creationId="{CCB145E5-7B24-AE48-DF35-47F9336A62A3}"/>
          </ac:spMkLst>
        </pc:spChg>
        <pc:picChg chg="add del mod">
          <ac:chgData name="parul srivastava" userId="a56b37f0866fee59" providerId="LiveId" clId="{6472C41C-EB63-487D-B01B-3B67E05C2277}" dt="2026-04-10T19:59:45.256" v="1353" actId="14100"/>
          <ac:picMkLst>
            <pc:docMk/>
            <pc:sldMk cId="1663516977" sldId="277"/>
            <ac:picMk id="4" creationId="{504251A5-26C5-9CEE-9817-BB0B441E0027}"/>
          </ac:picMkLst>
        </pc:picChg>
        <pc:picChg chg="add del mod">
          <ac:chgData name="parul srivastava" userId="a56b37f0866fee59" providerId="LiveId" clId="{6472C41C-EB63-487D-B01B-3B67E05C2277}" dt="2026-04-10T19:59:24.748" v="1349" actId="478"/>
          <ac:picMkLst>
            <pc:docMk/>
            <pc:sldMk cId="1663516977" sldId="277"/>
            <ac:picMk id="8" creationId="{F381BA50-8858-6F61-3F33-AE23CB740D3A}"/>
          </ac:picMkLst>
        </pc:picChg>
      </pc:sldChg>
      <pc:sldChg chg="addSp delSp modSp add mod">
        <pc:chgData name="parul srivastava" userId="a56b37f0866fee59" providerId="LiveId" clId="{6472C41C-EB63-487D-B01B-3B67E05C2277}" dt="2026-04-10T19:51:41.692" v="1336" actId="1076"/>
        <pc:sldMkLst>
          <pc:docMk/>
          <pc:sldMk cId="191470564" sldId="278"/>
        </pc:sldMkLst>
        <pc:spChg chg="mod">
          <ac:chgData name="parul srivastava" userId="a56b37f0866fee59" providerId="LiveId" clId="{6472C41C-EB63-487D-B01B-3B67E05C2277}" dt="2026-04-10T19:51:41.692" v="1336" actId="1076"/>
          <ac:spMkLst>
            <pc:docMk/>
            <pc:sldMk cId="191470564" sldId="278"/>
            <ac:spMk id="2" creationId="{B872CB02-A164-6DAC-B383-A2D9CD0B24AC}"/>
          </ac:spMkLst>
        </pc:spChg>
        <pc:spChg chg="del">
          <ac:chgData name="parul srivastava" userId="a56b37f0866fee59" providerId="LiveId" clId="{6472C41C-EB63-487D-B01B-3B67E05C2277}" dt="2026-04-10T19:35:35.417" v="1246" actId="478"/>
          <ac:spMkLst>
            <pc:docMk/>
            <pc:sldMk cId="191470564" sldId="278"/>
            <ac:spMk id="3" creationId="{244C49C4-EC52-EF28-8FB1-D25F3539958B}"/>
          </ac:spMkLst>
        </pc:spChg>
        <pc:spChg chg="add mod">
          <ac:chgData name="parul srivastava" userId="a56b37f0866fee59" providerId="LiveId" clId="{6472C41C-EB63-487D-B01B-3B67E05C2277}" dt="2026-04-10T19:51:35.050" v="1335" actId="1076"/>
          <ac:spMkLst>
            <pc:docMk/>
            <pc:sldMk cId="191470564" sldId="278"/>
            <ac:spMk id="7" creationId="{61EBB981-E0EB-1237-1335-510E4F30FB95}"/>
          </ac:spMkLst>
        </pc:spChg>
        <pc:picChg chg="add mod">
          <ac:chgData name="parul srivastava" userId="a56b37f0866fee59" providerId="LiveId" clId="{6472C41C-EB63-487D-B01B-3B67E05C2277}" dt="2026-04-10T19:51:07.396" v="1329" actId="1076"/>
          <ac:picMkLst>
            <pc:docMk/>
            <pc:sldMk cId="191470564" sldId="278"/>
            <ac:picMk id="5" creationId="{BA19FA84-2458-1AE0-4136-295B46B8789E}"/>
          </ac:picMkLst>
        </pc:picChg>
        <pc:picChg chg="add mod">
          <ac:chgData name="parul srivastava" userId="a56b37f0866fee59" providerId="LiveId" clId="{6472C41C-EB63-487D-B01B-3B67E05C2277}" dt="2026-04-10T19:49:37.563" v="1315" actId="1076"/>
          <ac:picMkLst>
            <pc:docMk/>
            <pc:sldMk cId="191470564" sldId="278"/>
            <ac:picMk id="9" creationId="{EDBC9208-B4BE-7369-AABE-11282A50E3A2}"/>
          </ac:picMkLst>
        </pc:picChg>
        <pc:picChg chg="add mod">
          <ac:chgData name="parul srivastava" userId="a56b37f0866fee59" providerId="LiveId" clId="{6472C41C-EB63-487D-B01B-3B67E05C2277}" dt="2026-04-10T19:50:51.186" v="1324" actId="14100"/>
          <ac:picMkLst>
            <pc:docMk/>
            <pc:sldMk cId="191470564" sldId="278"/>
            <ac:picMk id="11" creationId="{7E97CC1E-4392-207D-D4BC-67C1B376EEC3}"/>
          </ac:picMkLst>
        </pc:picChg>
        <pc:picChg chg="add mod">
          <ac:chgData name="parul srivastava" userId="a56b37f0866fee59" providerId="LiveId" clId="{6472C41C-EB63-487D-B01B-3B67E05C2277}" dt="2026-04-10T19:50:54.180" v="1325" actId="14100"/>
          <ac:picMkLst>
            <pc:docMk/>
            <pc:sldMk cId="191470564" sldId="278"/>
            <ac:picMk id="13" creationId="{76206A0E-B46E-AFA9-40B1-EB6ECD471561}"/>
          </ac:picMkLst>
        </pc:picChg>
      </pc:sldChg>
      <pc:sldChg chg="add del">
        <pc:chgData name="parul srivastava" userId="a56b37f0866fee59" providerId="LiveId" clId="{6472C41C-EB63-487D-B01B-3B67E05C2277}" dt="2026-04-10T19:18:11.604" v="1035"/>
        <pc:sldMkLst>
          <pc:docMk/>
          <pc:sldMk cId="2338681702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8513-6454-3542-3F7B-E81A28515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52548-B8B2-B671-4256-A035BCF8A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B381F-2E64-6D82-F337-1490B09FD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BF797-1716-02A8-3115-E79575F4A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9FDA9-F791-3E49-40FB-ACAFB689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1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3A97-64DC-45F5-3BEF-A39A74D3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73721-A74A-C42B-6166-5930E93AA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26F8A-0FB9-E5B8-9039-B8229DF0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5F362-9A4D-45D4-7E69-1BEDD116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4AF2-F3A9-1AE4-D2E1-DFDC3C0A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04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F79C-EE73-5822-D8A2-F8F13281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9668F-FD0B-4A90-D080-4099DA34F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D1BAD-9843-9C32-59AC-626594A6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FF5A-0525-8826-06CA-3B242DB2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3F8F6-F54A-D171-9A6A-0CFEC88F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28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230B-F621-75F5-51A0-C0B47FDA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3C96E-AAFF-BE4D-C1F3-1FF4192AE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4C3E3-A809-4EDE-6BC9-6A4F5B56E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35607-E636-93A3-F884-9E3D3B2A8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49978-157E-8AA0-CC5E-1D39C5445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052BF-F52D-B00E-0331-C9AE1D7F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6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B267-BD82-0342-82B4-DDD294F9A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617B-9138-3E06-645F-8A6A8FEA3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EF848-16BC-5230-6CB0-EB44BF618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1013B-D557-AD28-DC99-BE018B4B3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0CA676-B74C-E6AF-EDFC-27AB7E83F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18C803-0249-A4FA-0D34-7FCA84E24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4EBCF-35D5-B71D-4A04-68F5AE12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B86F1C-4CEC-964A-B8DC-962831DA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5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1BE0-0917-5586-E043-4908F6B6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6D0B2-555A-2F88-3E19-2531BE9E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D1C18-A4E2-79EF-B3B5-645D1162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FB4F4-73BE-69AC-F1D2-3A405FEC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5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F58A6B-D9EE-B47C-1317-F96455BD3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358B8-DB82-FF67-2711-D2E683669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6DBE5-ED6E-17F3-EDF9-1C2E2BF4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13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05CA-CDC9-19C6-058D-A45777F3C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51043-9CA8-FDBF-9B66-377444B47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ED97E-E46F-51DD-343A-B7DEA2108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E49BA-A678-A9BB-1560-2E4CAFBB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16860-D8CC-17A7-09ED-035B52F2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B12F7-026E-2061-31FB-C7A46ADB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752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4F4B-89D8-BE76-41E8-D3545113C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B25FC9-EDA0-C33C-8EEF-CE1EA3369A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2C206-4BCB-012F-D8FD-4CEB18ABE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9D00A-FEE3-C8F5-C3B3-700B97D6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4B757-CCFE-BA39-041A-E5291735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ECFB2-02F6-BAB0-A7A4-06EFD7BA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974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30AC-1B9A-3533-3F77-B24A6C9A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C3360-6669-2ADF-ABAA-4BDDD5B8F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AAA5-345B-8DB2-3C55-5CBA466B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A79B1-9D2E-6FFA-AD6B-071368EE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D714E-2379-C431-940F-4EDE783D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49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C34AF-D1A6-527F-1A6A-5ED4F6D3B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F4630-A8B0-5C8F-FB28-12F4493F7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545F2-C6B0-DC49-FE32-B5B273F7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5F47A-C0FC-EBAE-BC9A-A3A5700B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9A561-F8FC-F4AD-3619-64DAE901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1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353636-3BBE-9425-A237-1B968E46E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54796-72BA-531E-5F5C-670D36E23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D6CA-1DA7-1853-EABD-9F8BD9F54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8B880-950B-47ED-B622-050D47020C6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03669-776A-5697-8365-1EBE544F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0D497-1A35-9C94-8762-200122D74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DC8F9-1511-4F83-906C-76ECBFE53E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42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231D-513F-7E1C-E471-C22AE9F8A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9510"/>
            <a:ext cx="9144000" cy="806245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NextHikes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IT Solutions </a:t>
            </a:r>
            <a:br>
              <a:rPr lang="en-IN" dirty="0"/>
            </a:br>
            <a:br>
              <a:rPr lang="en-IN" dirty="0"/>
            </a:br>
            <a:r>
              <a:rPr lang="en-US" dirty="0"/>
              <a:t>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Telecom User Analytics Project</a:t>
            </a:r>
            <a:b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31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Customer Behavior, Engagement, Experience &amp; Satisfaction</a:t>
            </a:r>
            <a:endParaRPr lang="en-IN" sz="31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CF110-C37C-48B7-7FA2-8D80FBD89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0503" y="5902786"/>
            <a:ext cx="4345858" cy="468517"/>
          </a:xfrm>
        </p:spPr>
        <p:txBody>
          <a:bodyPr/>
          <a:lstStyle/>
          <a:p>
            <a:r>
              <a:rPr lang="en-US" dirty="0"/>
              <a:t>- Presented by Parul Srivastava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138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0FCF-E7B5-0FED-012F-86BD968C3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109" y="363794"/>
            <a:ext cx="9144000" cy="1032386"/>
          </a:xfrm>
        </p:spPr>
        <p:txBody>
          <a:bodyPr/>
          <a:lstStyle/>
          <a:p>
            <a:pPr algn="l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Objective</a:t>
            </a:r>
            <a:endParaRPr lang="en-IN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DD29A-41E1-3087-5DE6-0488092BB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786" y="1773238"/>
            <a:ext cx="11149781" cy="1655762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Analyze telecom user behavior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Evaluate engagement &amp; experience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Predict customer satisfaction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Provide business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4247158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7699B-8E2E-F2E0-A905-F7E2C86B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7C48-1E20-7A17-3C29-6049C223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Dataset Overview</a:t>
            </a:r>
            <a:endParaRPr lang="en-IN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98204-0B93-0FA2-0FE6-CB07CC039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9020"/>
          </a:xfrm>
        </p:spPr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Large telecom dataset (users, sessions, apps) </a:t>
            </a:r>
          </a:p>
          <a:p>
            <a:pPr marL="342900" indent="-342900">
              <a:lnSpc>
                <a:spcPct val="80000"/>
              </a:lnSpc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Key variables: DL, UL, RTT, TCP, Apps </a:t>
            </a:r>
          </a:p>
          <a:p>
            <a:pPr marL="342900" indent="-342900">
              <a:lnSpc>
                <a:spcPct val="80000"/>
              </a:lnSpc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Missing values handled using mean </a:t>
            </a:r>
          </a:p>
        </p:txBody>
      </p:sp>
    </p:spTree>
    <p:extLst>
      <p:ext uri="{BB962C8B-B14F-4D97-AF65-F5344CB8AC3E}">
        <p14:creationId xmlns:p14="http://schemas.microsoft.com/office/powerpoint/2010/main" val="290395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E34D-196E-7DB5-C6C7-A2432F761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A85C-17E4-D438-FD66-BDE67FA5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29151"/>
            <a:ext cx="10515600" cy="952398"/>
          </a:xfrm>
        </p:spPr>
        <p:txBody>
          <a:bodyPr/>
          <a:lstStyle/>
          <a:p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Top Devices &amp; Manufacturers</a:t>
            </a:r>
            <a:endParaRPr lang="en-IN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A9B082-9930-05CF-0AD1-0795AA943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955" y="1214484"/>
            <a:ext cx="6638631" cy="4134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09C106-F76A-F4CF-D846-6C2656DBC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391" y="1214484"/>
            <a:ext cx="4909022" cy="4134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F5B2CC-122F-1459-0AFD-A4945A94F4C1}"/>
              </a:ext>
            </a:extLst>
          </p:cNvPr>
          <p:cNvSpPr txBox="1"/>
          <p:nvPr/>
        </p:nvSpPr>
        <p:spPr>
          <a:xfrm>
            <a:off x="346587" y="5643516"/>
            <a:ext cx="6100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Insights: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Market highly concentrated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Dependency on few brands </a:t>
            </a:r>
          </a:p>
        </p:txBody>
      </p:sp>
    </p:spTree>
    <p:extLst>
      <p:ext uri="{BB962C8B-B14F-4D97-AF65-F5344CB8AC3E}">
        <p14:creationId xmlns:p14="http://schemas.microsoft.com/office/powerpoint/2010/main" val="2210158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9CD6-DD76-AD34-B389-16CA71AC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1EE6-AEAA-60D5-6B61-2EF615342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184333"/>
            <a:ext cx="10515600" cy="1034867"/>
          </a:xfrm>
        </p:spPr>
        <p:txBody>
          <a:bodyPr/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Application Usage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2240D-3CDD-5982-4337-D6AC7E9E2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19" y="1314429"/>
            <a:ext cx="8610601" cy="544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56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BDD9C-3E3F-C879-2BF6-06E77D1A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6748-773A-F641-CF7E-C86EC751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Engagement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4F093-90FB-2325-C733-D1AF198C1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Session frequency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Duration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Total Traffic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295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259BA-70EC-575F-D0FC-D39490A54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DF6C0-0823-F87C-78FB-81457028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61" y="168480"/>
            <a:ext cx="10515600" cy="1325563"/>
          </a:xfrm>
        </p:spPr>
        <p:txBody>
          <a:bodyPr/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User Segmentation (K-Means)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DC7679-752A-0C0E-CB30-4A8C84D0C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762" y="1366022"/>
            <a:ext cx="6411190" cy="5225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A5E9D2-1D37-840D-77CF-8E6AB853CC64}"/>
              </a:ext>
            </a:extLst>
          </p:cNvPr>
          <p:cNvSpPr txBox="1"/>
          <p:nvPr/>
        </p:nvSpPr>
        <p:spPr>
          <a:xfrm>
            <a:off x="277761" y="1674674"/>
            <a:ext cx="61353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3 clusters: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High engagement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Medium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Low </a:t>
            </a:r>
          </a:p>
          <a:p>
            <a:pPr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Insight: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Small % users generate majority traffic</a:t>
            </a:r>
          </a:p>
        </p:txBody>
      </p:sp>
    </p:spTree>
    <p:extLst>
      <p:ext uri="{BB962C8B-B14F-4D97-AF65-F5344CB8AC3E}">
        <p14:creationId xmlns:p14="http://schemas.microsoft.com/office/powerpoint/2010/main" val="639727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A2F98-BBCE-9C35-C640-A00C3E17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6D0D-A6A4-3C04-491E-6F86A7BE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61" y="148815"/>
            <a:ext cx="10515600" cy="932733"/>
          </a:xfrm>
        </p:spPr>
        <p:txBody>
          <a:bodyPr/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Top Engaged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C5F2A-4CDB-60B5-B35D-BF929F779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219" y="1296813"/>
            <a:ext cx="9252155" cy="5169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0DCFF0-82DE-8FCB-A814-24F82776C881}"/>
              </a:ext>
            </a:extLst>
          </p:cNvPr>
          <p:cNvSpPr txBox="1"/>
          <p:nvPr/>
        </p:nvSpPr>
        <p:spPr>
          <a:xfrm>
            <a:off x="277761" y="1674674"/>
            <a:ext cx="21311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Business Value: </a:t>
            </a:r>
          </a:p>
          <a:p>
            <a:endParaRPr lang="en-US" b="1" i="1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Target premium customers</a:t>
            </a:r>
          </a:p>
        </p:txBody>
      </p:sp>
    </p:spTree>
    <p:extLst>
      <p:ext uri="{BB962C8B-B14F-4D97-AF65-F5344CB8AC3E}">
        <p14:creationId xmlns:p14="http://schemas.microsoft.com/office/powerpoint/2010/main" val="755909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67942-BDDF-F83A-D210-7AE8A642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8CA76-07DF-FFFA-9A7B-D4D7940B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3" y="286468"/>
            <a:ext cx="10515600" cy="972062"/>
          </a:xfrm>
        </p:spPr>
        <p:txBody>
          <a:bodyPr/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Network Performance Metrics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9F5D63-51D8-9FF4-410D-1E4E40193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TCP retransmission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RTT (latency)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Throughput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03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E9BC-7480-470E-D5AB-DA441B9C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526B-9AD4-EAFA-A3B4-20B56387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58" y="119319"/>
            <a:ext cx="10515600" cy="1325563"/>
          </a:xfrm>
        </p:spPr>
        <p:txBody>
          <a:bodyPr/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Experience Clusters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45E618-2F1E-6C83-C4B5-FF0B2A465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87" y="1208963"/>
            <a:ext cx="8504662" cy="54222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755FB3-49D8-54AF-576A-36788A73A16A}"/>
              </a:ext>
            </a:extLst>
          </p:cNvPr>
          <p:cNvSpPr txBox="1"/>
          <p:nvPr/>
        </p:nvSpPr>
        <p:spPr>
          <a:xfrm>
            <a:off x="307258" y="1611196"/>
            <a:ext cx="25735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Best, Average, Poor experience users 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i="1" u="sng" dirty="0">
                <a:solidFill>
                  <a:schemeClr val="accent1">
                    <a:lumMod val="75000"/>
                  </a:schemeClr>
                </a:solidFill>
              </a:rPr>
              <a:t>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 RTT + TCP → poor experience</a:t>
            </a:r>
          </a:p>
        </p:txBody>
      </p:sp>
    </p:spTree>
    <p:extLst>
      <p:ext uri="{BB962C8B-B14F-4D97-AF65-F5344CB8AC3E}">
        <p14:creationId xmlns:p14="http://schemas.microsoft.com/office/powerpoint/2010/main" val="905782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19445-D612-9F04-52B1-9BAF76F1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AFD8-897A-071C-19DB-FDB303E72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7" y="99654"/>
            <a:ext cx="10515600" cy="1325563"/>
          </a:xfrm>
        </p:spPr>
        <p:txBody>
          <a:bodyPr/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Device vs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6A241-F834-CF8C-0C3F-7C9A7AEA2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03" y="1055907"/>
            <a:ext cx="7949925" cy="5702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8E697A-5759-A9DB-0493-2571C93A0417}"/>
              </a:ext>
            </a:extLst>
          </p:cNvPr>
          <p:cNvSpPr txBox="1"/>
          <p:nvPr/>
        </p:nvSpPr>
        <p:spPr>
          <a:xfrm>
            <a:off x="439993" y="1644230"/>
            <a:ext cx="27948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Some devices perform worse 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Insight:</a:t>
            </a:r>
            <a:endParaRPr lang="en-US" i="1" u="sng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Device optimization needed </a:t>
            </a:r>
          </a:p>
        </p:txBody>
      </p:sp>
    </p:spTree>
    <p:extLst>
      <p:ext uri="{BB962C8B-B14F-4D97-AF65-F5344CB8AC3E}">
        <p14:creationId xmlns:p14="http://schemas.microsoft.com/office/powerpoint/2010/main" val="3919866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B531-360F-B9CC-CD90-90A5167E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F51B-B819-418E-F813-F7018CE1E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5" y="125488"/>
            <a:ext cx="10515600" cy="1325563"/>
          </a:xfrm>
        </p:spPr>
        <p:txBody>
          <a:bodyPr/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Satisfaction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9FCA6-CA6D-84D3-C38E-145100765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48" y="1255354"/>
            <a:ext cx="10515600" cy="593110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Satisfaction = Engagement +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E84D84-9CD1-141E-B48D-7F3D075B6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4" y="1722353"/>
            <a:ext cx="10735502" cy="49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29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26D8-9CD4-1970-9F3D-BD958C75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F18E8-3A43-CA9E-74A9-91AD0AE2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93" y="150807"/>
            <a:ext cx="10515600" cy="1156883"/>
          </a:xfrm>
        </p:spPr>
        <p:txBody>
          <a:bodyPr/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Top 10 Satisfied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099C3-B41A-A831-0CC7-5C64C917C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8" y="1307690"/>
            <a:ext cx="10992464" cy="38982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922B8E-3B91-00F3-1B3B-B24E5A27B58C}"/>
              </a:ext>
            </a:extLst>
          </p:cNvPr>
          <p:cNvSpPr txBox="1"/>
          <p:nvPr/>
        </p:nvSpPr>
        <p:spPr>
          <a:xfrm>
            <a:off x="599768" y="5550310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High engagement + good experience</a:t>
            </a:r>
          </a:p>
        </p:txBody>
      </p:sp>
    </p:spTree>
    <p:extLst>
      <p:ext uri="{BB962C8B-B14F-4D97-AF65-F5344CB8AC3E}">
        <p14:creationId xmlns:p14="http://schemas.microsoft.com/office/powerpoint/2010/main" val="378115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B035E-61D6-603D-4047-9F0ADB9F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2CB02-A164-6DAC-B383-A2D9CD0B2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19" y="24176"/>
            <a:ext cx="5301342" cy="768478"/>
          </a:xfrm>
        </p:spPr>
        <p:txBody>
          <a:bodyPr>
            <a:normAutofit fontScale="90000"/>
          </a:bodyPr>
          <a:lstStyle/>
          <a:p>
            <a:r>
              <a:rPr lang="en-I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Regression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9FA84-2458-1AE0-4136-295B46B87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9" y="778486"/>
            <a:ext cx="6127142" cy="9638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EBB981-E0EB-1237-1335-510E4F30FB95}"/>
              </a:ext>
            </a:extLst>
          </p:cNvPr>
          <p:cNvSpPr txBox="1"/>
          <p:nvPr/>
        </p:nvSpPr>
        <p:spPr>
          <a:xfrm>
            <a:off x="222560" y="1758421"/>
            <a:ext cx="6699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R² score → strong prediction ,RMSE → low error </a:t>
            </a:r>
          </a:p>
          <a:p>
            <a:pPr>
              <a:buNone/>
            </a:pPr>
            <a:r>
              <a:rPr lang="en-US" sz="1600" b="1" i="1" u="sng" dirty="0">
                <a:solidFill>
                  <a:schemeClr val="accent1">
                    <a:lumMod val="75000"/>
                  </a:schemeClr>
                </a:solidFill>
              </a:rPr>
              <a:t>Insight:</a:t>
            </a:r>
            <a:endParaRPr lang="en-US" sz="1600" i="1" u="sng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Model is reliable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BC9208-B4BE-7369-AABE-11282A50E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19" y="2605532"/>
            <a:ext cx="6559600" cy="41235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97CC1E-4392-207D-D4BC-67C1B376E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098" y="3429000"/>
            <a:ext cx="5198705" cy="33001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206A0E-B46E-AFA9-40B1-EB6ECD471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940" y="235101"/>
            <a:ext cx="5179864" cy="310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A66F-0A6E-A4C5-4B11-4DB2ACBFE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7" y="89975"/>
            <a:ext cx="9144000" cy="84409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Heatmap (Correlation)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6EB6BD-2405-AB69-1F87-DDC78FFE3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846" y="1071714"/>
            <a:ext cx="7334864" cy="56043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F0CF2B-42E4-2E78-759D-428A7722B4A5}"/>
              </a:ext>
            </a:extLst>
          </p:cNvPr>
          <p:cNvSpPr txBox="1"/>
          <p:nvPr/>
        </p:nvSpPr>
        <p:spPr>
          <a:xfrm>
            <a:off x="245807" y="1873497"/>
            <a:ext cx="39525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Insight:</a:t>
            </a:r>
            <a:endParaRPr lang="en-US" i="1" u="sng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Strong correlation between video apps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Similar user behavior patterns</a:t>
            </a:r>
          </a:p>
        </p:txBody>
      </p:sp>
    </p:spTree>
    <p:extLst>
      <p:ext uri="{BB962C8B-B14F-4D97-AF65-F5344CB8AC3E}">
        <p14:creationId xmlns:p14="http://schemas.microsoft.com/office/powerpoint/2010/main" val="3811304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D0A4-7332-77EA-83DE-AEFE797AD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138983"/>
            <a:ext cx="10515600" cy="1090049"/>
          </a:xfrm>
        </p:spPr>
        <p:txBody>
          <a:bodyPr/>
          <a:lstStyle/>
          <a:p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PCA (Dimensionality Reduction)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49220-BDA9-AE07-7061-F5C7EB942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029" y="1229032"/>
            <a:ext cx="6652061" cy="52146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0F6BBC-8BD7-6945-2FAB-82DC70A8AD49}"/>
              </a:ext>
            </a:extLst>
          </p:cNvPr>
          <p:cNvSpPr txBox="1"/>
          <p:nvPr/>
        </p:nvSpPr>
        <p:spPr>
          <a:xfrm>
            <a:off x="245807" y="1873497"/>
            <a:ext cx="39525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Insight:</a:t>
            </a:r>
            <a:endParaRPr lang="en-US" i="1" u="sng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Reduced dimensions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Clear user grouping</a:t>
            </a:r>
          </a:p>
        </p:txBody>
      </p:sp>
    </p:spTree>
    <p:extLst>
      <p:ext uri="{BB962C8B-B14F-4D97-AF65-F5344CB8AC3E}">
        <p14:creationId xmlns:p14="http://schemas.microsoft.com/office/powerpoint/2010/main" val="3088796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AEF5-1BE4-E0C1-2775-A4EFBD0C9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632" y="335783"/>
            <a:ext cx="9144000" cy="971908"/>
          </a:xfrm>
        </p:spPr>
        <p:txBody>
          <a:bodyPr/>
          <a:lstStyle/>
          <a:p>
            <a:pPr algn="l"/>
            <a:r>
              <a:rPr 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Findings</a:t>
            </a:r>
            <a:endParaRPr lang="en-IN" sz="4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5989885-A25C-41AC-8EB4-F68BCFDD89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4632" y="1529005"/>
            <a:ext cx="95864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High engagement drives revenue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Poor network reduces satisfaction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Video apps dominate usage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behavior is highly segmented </a:t>
            </a:r>
          </a:p>
        </p:txBody>
      </p:sp>
    </p:spTree>
    <p:extLst>
      <p:ext uri="{BB962C8B-B14F-4D97-AF65-F5344CB8AC3E}">
        <p14:creationId xmlns:p14="http://schemas.microsoft.com/office/powerpoint/2010/main" val="2167056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B7AAF-4449-0A63-59DE-D4BCD781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4BA6-ED16-AB02-7D78-E2C35955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Growth Potential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95BEC-7AF5-0CF6-A351-9FD9066F5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📈 POSITIVE</a:t>
            </a:r>
          </a:p>
          <a:p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Increasing data consumption </a:t>
            </a:r>
          </a:p>
          <a:p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High engagement users </a:t>
            </a:r>
          </a:p>
          <a:p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Strong demand for digital services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⚠️ RISKS</a:t>
            </a:r>
          </a:p>
          <a:p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Network quality issues </a:t>
            </a:r>
          </a:p>
          <a:p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Device dependency </a:t>
            </a:r>
          </a:p>
          <a:p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Uneven user distribution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0184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33C61-EDEC-18F8-35DA-07137493F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6A18-BFDE-EB6F-D391-EA76E053A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Final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4E3C-7855-1EB1-3EB8-B19FD4A54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👉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YES — PURCHASE RECOMMENDED (WITH CONDITIONS)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✔ Strong growth potential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✔ High user engagement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✔ Revenue opportunity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⚠ Must improve: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Network QoS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1647891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9549-FBCC-0CC7-959B-B20247E3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0773-A8B6-688C-7166-BAB48DC35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62" y="286467"/>
            <a:ext cx="10515600" cy="1325563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Limitations &amp; Conclusions</a:t>
            </a:r>
            <a:endParaRPr lang="en-IN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7260-F17E-5595-4209-504DA2D7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178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Limitations: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Missing values replaced with mean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Reduced dataset for deployment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Assumes linear relationships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 real-time data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Conclusion: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Company has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strong growth potential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Requires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network improvements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Acquisition recommended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7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4251A5-26C5-9CEE-9817-BB0B441E0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522514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B160E2B-C47E-7F11-A101-C74B81191FE2}"/>
              </a:ext>
            </a:extLst>
          </p:cNvPr>
          <p:cNvSpPr txBox="1">
            <a:spLocks/>
          </p:cNvSpPr>
          <p:nvPr/>
        </p:nvSpPr>
        <p:spPr>
          <a:xfrm>
            <a:off x="838200" y="54129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You…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B145E5-7B24-AE48-DF35-47F9336A62A3}"/>
              </a:ext>
            </a:extLst>
          </p:cNvPr>
          <p:cNvSpPr txBox="1"/>
          <p:nvPr/>
        </p:nvSpPr>
        <p:spPr>
          <a:xfrm>
            <a:off x="221602" y="57064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Telecom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516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344</Words>
  <Application>Microsoft Office PowerPoint</Application>
  <PresentationFormat>Widescreen</PresentationFormat>
  <Paragraphs>93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NextHikes IT Solutions    Telecom User Analytics Project Customer Behavior, Engagement, Experience &amp; Satisfaction</vt:lpstr>
      <vt:lpstr>Objective</vt:lpstr>
      <vt:lpstr>Dataset Overview</vt:lpstr>
      <vt:lpstr>Top Devices &amp; Manufacturers</vt:lpstr>
      <vt:lpstr>Application Usage</vt:lpstr>
      <vt:lpstr>Engagement Metrics</vt:lpstr>
      <vt:lpstr>User Segmentation (K-Means)</vt:lpstr>
      <vt:lpstr>Top Engaged Users</vt:lpstr>
      <vt:lpstr>Network Performance Metrics</vt:lpstr>
      <vt:lpstr>Experience Clusters</vt:lpstr>
      <vt:lpstr>Device vs Experience</vt:lpstr>
      <vt:lpstr>Satisfaction Model</vt:lpstr>
      <vt:lpstr>Top 10 Satisfied Users</vt:lpstr>
      <vt:lpstr>Regression Model</vt:lpstr>
      <vt:lpstr>Heatmap (Correlation)</vt:lpstr>
      <vt:lpstr>PCA (Dimensionality Reduction)</vt:lpstr>
      <vt:lpstr>Key Findings</vt:lpstr>
      <vt:lpstr>Growth Potential</vt:lpstr>
      <vt:lpstr>Final Recommendation</vt:lpstr>
      <vt:lpstr>Limitations &amp; 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parul srivastava</dc:creator>
  <cp:lastModifiedBy>parul srivastava</cp:lastModifiedBy>
  <cp:revision>4</cp:revision>
  <dcterms:created xsi:type="dcterms:W3CDTF">2026-04-10T12:50:34Z</dcterms:created>
  <dcterms:modified xsi:type="dcterms:W3CDTF">2026-04-10T20:00:54Z</dcterms:modified>
</cp:coreProperties>
</file>